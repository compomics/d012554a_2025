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9" r:id="rId3"/>
    <p:sldId id="280" r:id="rId4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50D28-2C62-429D-8855-4BA54BE8F0D1}" v="2" dt="2026-02-27T13:03:56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80" d="100"/>
          <a:sy n="80" d="100"/>
        </p:scale>
        <p:origin x="19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">
      <pc:chgData name="Robbin Bouwmeester" userId="1dbfebabfc25a55a" providerId="LiveId" clId="{75D63595-F797-482E-A4A0-2F4889B74D4F}" dt="2026-02-27T13:08:20.503" v="239" actId="47"/>
      <pc:docMkLst>
        <pc:docMk/>
      </pc:docMkLst>
      <pc:sldChg chg="addSp delSp modSp mod">
        <pc:chgData name="Robbin Bouwmeester" userId="1dbfebabfc25a55a" providerId="LiveId" clId="{75D63595-F797-482E-A4A0-2F4889B74D4F}" dt="2026-02-27T13:05:18.787" v="228" actId="5793"/>
        <pc:sldMkLst>
          <pc:docMk/>
          <pc:sldMk cId="4071848948" sldId="257"/>
        </pc:sldMkLst>
        <pc:spChg chg="mod">
          <ac:chgData name="Robbin Bouwmeester" userId="1dbfebabfc25a55a" providerId="LiveId" clId="{75D63595-F797-482E-A4A0-2F4889B74D4F}" dt="2026-02-27T13:03:40.163" v="30" actId="20577"/>
          <ac:spMkLst>
            <pc:docMk/>
            <pc:sldMk cId="4071848948" sldId="257"/>
            <ac:spMk id="5" creationId="{0E2CB1A6-46E1-FE3F-5EB3-4EDF592FBD9E}"/>
          </ac:spMkLst>
        </pc:spChg>
        <pc:spChg chg="add mod">
          <ac:chgData name="Robbin Bouwmeester" userId="1dbfebabfc25a55a" providerId="LiveId" clId="{75D63595-F797-482E-A4A0-2F4889B74D4F}" dt="2026-02-27T13:05:18.787" v="228" actId="5793"/>
          <ac:spMkLst>
            <pc:docMk/>
            <pc:sldMk cId="4071848948" sldId="257"/>
            <ac:spMk id="6" creationId="{AE29C7FF-9A1E-8E84-408A-8C78B39FACB3}"/>
          </ac:spMkLst>
        </pc:spChg>
        <pc:picChg chg="del">
          <ac:chgData name="Robbin Bouwmeester" userId="1dbfebabfc25a55a" providerId="LiveId" clId="{75D63595-F797-482E-A4A0-2F4889B74D4F}" dt="2026-02-27T12:58:07.470" v="0" actId="478"/>
          <ac:picMkLst>
            <pc:docMk/>
            <pc:sldMk cId="4071848948" sldId="257"/>
            <ac:picMk id="3" creationId="{C1545E87-DE42-8760-8B88-D6A16C559900}"/>
          </ac:picMkLst>
        </pc:picChg>
        <pc:picChg chg="add mod">
          <ac:chgData name="Robbin Bouwmeester" userId="1dbfebabfc25a55a" providerId="LiveId" clId="{75D63595-F797-482E-A4A0-2F4889B74D4F}" dt="2026-02-27T13:03:51.742" v="31" actId="1076"/>
          <ac:picMkLst>
            <pc:docMk/>
            <pc:sldMk cId="4071848948" sldId="257"/>
            <ac:picMk id="4" creationId="{1DADC0B3-4354-CEF2-6518-53D4BFE8247E}"/>
          </ac:picMkLst>
        </pc:picChg>
        <pc:picChg chg="del">
          <ac:chgData name="Robbin Bouwmeester" userId="1dbfebabfc25a55a" providerId="LiveId" clId="{75D63595-F797-482E-A4A0-2F4889B74D4F}" dt="2026-02-27T12:58:07.470" v="0" actId="478"/>
          <ac:picMkLst>
            <pc:docMk/>
            <pc:sldMk cId="4071848948" sldId="257"/>
            <ac:picMk id="1026" creationId="{466F50F7-913E-E67D-09BF-3713A97EE9C3}"/>
          </ac:picMkLst>
        </pc:picChg>
        <pc:picChg chg="del">
          <ac:chgData name="Robbin Bouwmeester" userId="1dbfebabfc25a55a" providerId="LiveId" clId="{75D63595-F797-482E-A4A0-2F4889B74D4F}" dt="2026-02-27T12:58:07.470" v="0" actId="478"/>
          <ac:picMkLst>
            <pc:docMk/>
            <pc:sldMk cId="4071848948" sldId="257"/>
            <ac:picMk id="1028" creationId="{A72BE986-0CB7-19BC-8F2C-A96A4AC020C3}"/>
          </ac:picMkLst>
        </pc:picChg>
        <pc:picChg chg="del">
          <ac:chgData name="Robbin Bouwmeester" userId="1dbfebabfc25a55a" providerId="LiveId" clId="{75D63595-F797-482E-A4A0-2F4889B74D4F}" dt="2026-02-27T12:58:07.470" v="0" actId="478"/>
          <ac:picMkLst>
            <pc:docMk/>
            <pc:sldMk cId="4071848948" sldId="257"/>
            <ac:picMk id="1030" creationId="{ED51A179-2E1F-A646-2D29-E4A17F721819}"/>
          </ac:picMkLst>
        </pc:picChg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3933282328" sldId="258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2553046411" sldId="261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3125656099" sldId="262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2039997518" sldId="263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1423335593" sldId="264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3549390794" sldId="265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4121994623" sldId="266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3449462475" sldId="270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1548010638" sldId="272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1442676706" sldId="273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416481786" sldId="275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559918975" sldId="276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4146636672" sldId="277"/>
        </pc:sldMkLst>
      </pc:sldChg>
      <pc:sldChg chg="del">
        <pc:chgData name="Robbin Bouwmeester" userId="1dbfebabfc25a55a" providerId="LiveId" clId="{75D63595-F797-482E-A4A0-2F4889B74D4F}" dt="2026-02-27T13:08:20.503" v="239" actId="47"/>
        <pc:sldMkLst>
          <pc:docMk/>
          <pc:sldMk cId="4034051223" sldId="278"/>
        </pc:sldMkLst>
      </pc:sldChg>
      <pc:sldChg chg="addSp delSp modSp add mod">
        <pc:chgData name="Robbin Bouwmeester" userId="1dbfebabfc25a55a" providerId="LiveId" clId="{75D63595-F797-482E-A4A0-2F4889B74D4F}" dt="2026-02-27T13:07:16.274" v="233" actId="1076"/>
        <pc:sldMkLst>
          <pc:docMk/>
          <pc:sldMk cId="2810432008" sldId="279"/>
        </pc:sldMkLst>
        <pc:spChg chg="del">
          <ac:chgData name="Robbin Bouwmeester" userId="1dbfebabfc25a55a" providerId="LiveId" clId="{75D63595-F797-482E-A4A0-2F4889B74D4F}" dt="2026-02-27T13:07:09.875" v="230" actId="478"/>
          <ac:spMkLst>
            <pc:docMk/>
            <pc:sldMk cId="2810432008" sldId="279"/>
            <ac:spMk id="6" creationId="{1A01F37F-DF8E-C7B7-22F7-3589503C7534}"/>
          </ac:spMkLst>
        </pc:spChg>
        <pc:picChg chg="add mod">
          <ac:chgData name="Robbin Bouwmeester" userId="1dbfebabfc25a55a" providerId="LiveId" clId="{75D63595-F797-482E-A4A0-2F4889B74D4F}" dt="2026-02-27T13:07:16.274" v="233" actId="1076"/>
          <ac:picMkLst>
            <pc:docMk/>
            <pc:sldMk cId="2810432008" sldId="279"/>
            <ac:picMk id="3" creationId="{EFF962B3-3D02-5FDC-0C3C-AE7598D0DCA4}"/>
          </ac:picMkLst>
        </pc:picChg>
        <pc:picChg chg="del">
          <ac:chgData name="Robbin Bouwmeester" userId="1dbfebabfc25a55a" providerId="LiveId" clId="{75D63595-F797-482E-A4A0-2F4889B74D4F}" dt="2026-02-27T13:07:09.875" v="230" actId="478"/>
          <ac:picMkLst>
            <pc:docMk/>
            <pc:sldMk cId="2810432008" sldId="279"/>
            <ac:picMk id="4" creationId="{D75F1F69-B9AD-1B00-31BC-3AF0320C52EE}"/>
          </ac:picMkLst>
        </pc:picChg>
      </pc:sldChg>
      <pc:sldChg chg="addSp delSp modSp add mod">
        <pc:chgData name="Robbin Bouwmeester" userId="1dbfebabfc25a55a" providerId="LiveId" clId="{75D63595-F797-482E-A4A0-2F4889B74D4F}" dt="2026-02-27T13:08:16.009" v="238" actId="1076"/>
        <pc:sldMkLst>
          <pc:docMk/>
          <pc:sldMk cId="3860323098" sldId="280"/>
        </pc:sldMkLst>
        <pc:picChg chg="del">
          <ac:chgData name="Robbin Bouwmeester" userId="1dbfebabfc25a55a" providerId="LiveId" clId="{75D63595-F797-482E-A4A0-2F4889B74D4F}" dt="2026-02-27T13:08:12.133" v="235" actId="478"/>
          <ac:picMkLst>
            <pc:docMk/>
            <pc:sldMk cId="3860323098" sldId="280"/>
            <ac:picMk id="3" creationId="{CD9668EC-BE79-E630-C549-82BD1FF61427}"/>
          </ac:picMkLst>
        </pc:picChg>
        <pc:picChg chg="add mod">
          <ac:chgData name="Robbin Bouwmeester" userId="1dbfebabfc25a55a" providerId="LiveId" clId="{75D63595-F797-482E-A4A0-2F4889B74D4F}" dt="2026-02-27T13:08:16.009" v="238" actId="1076"/>
          <ac:picMkLst>
            <pc:docMk/>
            <pc:sldMk cId="3860323098" sldId="280"/>
            <ac:picMk id="4" creationId="{F99F4E3D-2E82-B116-7301-88E6CC98D51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E2B4-86CF-54C7-6934-C08E630E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2916B-7B7A-F60B-0721-880A3A411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02078-F32E-92F5-BEED-D02281A44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ABA1-1D1E-4406-A4FD-C807B9F60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54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A11C-5830-9011-D449-7708EF31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1848D-587D-9739-C754-B3DB3E047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BFAFE-1A97-ACD3-5330-B69B37774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47F7D-3B7E-C344-2358-CA0782110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3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Principle components analysis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DC0B3-4354-CEF2-6518-53D4BFE8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866775"/>
            <a:ext cx="5410200" cy="541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9C7FF-9A1E-8E84-408A-8C78B39FACB3}"/>
              </a:ext>
            </a:extLst>
          </p:cNvPr>
          <p:cNvSpPr txBox="1"/>
          <p:nvPr/>
        </p:nvSpPr>
        <p:spPr>
          <a:xfrm>
            <a:off x="390525" y="962025"/>
            <a:ext cx="55816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Unsupervised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Dimensionality reduction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Feature extraction: principle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Orthogonal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Direction of largest variance</a:t>
            </a:r>
          </a:p>
          <a:p>
            <a:pPr lvl="1"/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Centered data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3FB57-5ACB-B2DC-4D6A-68856B6B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E98C76-CC05-6EF1-96A3-FD8C18B3457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Principle components analysis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962B3-3D02-5FDC-0C3C-AE7598D0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950335"/>
            <a:ext cx="11325225" cy="547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3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DEC9-A8A2-A1F8-C97C-F8588856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DFE57-0B09-A575-EE2E-177ED21BD02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Principle components analysis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F4E3D-2E82-B116-7301-88E6CC98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30605"/>
            <a:ext cx="11239500" cy="579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2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3780</TotalTime>
  <Words>27</Words>
  <Application>Microsoft Office PowerPoint</Application>
  <PresentationFormat>Widescreen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38</cp:revision>
  <cp:lastPrinted>2017-05-05T08:02:00Z</cp:lastPrinted>
  <dcterms:created xsi:type="dcterms:W3CDTF">2015-04-25T14:44:52Z</dcterms:created>
  <dcterms:modified xsi:type="dcterms:W3CDTF">2026-02-27T13:08:20Z</dcterms:modified>
</cp:coreProperties>
</file>