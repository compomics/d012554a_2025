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</p:sldIdLst>
  <p:sldSz cx="12192000" cy="6858000"/>
  <p:notesSz cx="6797675" cy="987425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E15830-F465-4FEA-8136-3F683A1534C5}" v="14" dt="2026-02-26T15:52:50.3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3" autoAdjust="0"/>
    <p:restoredTop sz="72748" autoAdjust="0"/>
  </p:normalViewPr>
  <p:slideViewPr>
    <p:cSldViewPr snapToGrid="0">
      <p:cViewPr varScale="1">
        <p:scale>
          <a:sx n="80" d="100"/>
          <a:sy n="80" d="100"/>
        </p:scale>
        <p:origin x="196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bin Bouwmeester" userId="1dbfebabfc25a55a" providerId="LiveId" clId="{75D63595-F797-482E-A4A0-2F4889B74D4F}"/>
    <pc:docChg chg="undo custSel addSld delSld modSld">
      <pc:chgData name="Robbin Bouwmeester" userId="1dbfebabfc25a55a" providerId="LiveId" clId="{75D63595-F797-482E-A4A0-2F4889B74D4F}" dt="2026-02-26T16:48:39.748" v="288" actId="47"/>
      <pc:docMkLst>
        <pc:docMk/>
      </pc:docMkLst>
      <pc:sldChg chg="addSp delSp modSp mod">
        <pc:chgData name="Robbin Bouwmeester" userId="1dbfebabfc25a55a" providerId="LiveId" clId="{75D63595-F797-482E-A4A0-2F4889B74D4F}" dt="2026-02-26T15:24:13.569" v="136" actId="1076"/>
        <pc:sldMkLst>
          <pc:docMk/>
          <pc:sldMk cId="4071848948" sldId="257"/>
        </pc:sldMkLst>
        <pc:spChg chg="mod">
          <ac:chgData name="Robbin Bouwmeester" userId="1dbfebabfc25a55a" providerId="LiveId" clId="{75D63595-F797-482E-A4A0-2F4889B74D4F}" dt="2026-02-26T15:22:32.401" v="20" actId="20577"/>
          <ac:spMkLst>
            <pc:docMk/>
            <pc:sldMk cId="4071848948" sldId="257"/>
            <ac:spMk id="5" creationId="{0E2CB1A6-46E1-FE3F-5EB3-4EDF592FBD9E}"/>
          </ac:spMkLst>
        </pc:spChg>
        <pc:spChg chg="add mod">
          <ac:chgData name="Robbin Bouwmeester" userId="1dbfebabfc25a55a" providerId="LiveId" clId="{75D63595-F797-482E-A4A0-2F4889B74D4F}" dt="2026-02-26T15:24:12.377" v="135" actId="1076"/>
          <ac:spMkLst>
            <pc:docMk/>
            <pc:sldMk cId="4071848948" sldId="257"/>
            <ac:spMk id="6" creationId="{A386CA11-0873-573C-C7D7-DAA5EE9E76E4}"/>
          </ac:spMkLst>
        </pc:spChg>
        <pc:picChg chg="del">
          <ac:chgData name="Robbin Bouwmeester" userId="1dbfebabfc25a55a" providerId="LiveId" clId="{75D63595-F797-482E-A4A0-2F4889B74D4F}" dt="2026-02-26T15:23:21.332" v="27" actId="478"/>
          <ac:picMkLst>
            <pc:docMk/>
            <pc:sldMk cId="4071848948" sldId="257"/>
            <ac:picMk id="3" creationId="{C1545E87-DE42-8760-8B88-D6A16C559900}"/>
          </ac:picMkLst>
        </pc:picChg>
        <pc:picChg chg="add mod">
          <ac:chgData name="Robbin Bouwmeester" userId="1dbfebabfc25a55a" providerId="LiveId" clId="{75D63595-F797-482E-A4A0-2F4889B74D4F}" dt="2026-02-26T15:24:13.569" v="136" actId="1076"/>
          <ac:picMkLst>
            <pc:docMk/>
            <pc:sldMk cId="4071848948" sldId="257"/>
            <ac:picMk id="4" creationId="{DC60ADC5-B8FB-C809-6897-FE4830CED8A8}"/>
          </ac:picMkLst>
        </pc:picChg>
        <pc:picChg chg="del">
          <ac:chgData name="Robbin Bouwmeester" userId="1dbfebabfc25a55a" providerId="LiveId" clId="{75D63595-F797-482E-A4A0-2F4889B74D4F}" dt="2026-02-26T15:22:36.853" v="22" actId="478"/>
          <ac:picMkLst>
            <pc:docMk/>
            <pc:sldMk cId="4071848948" sldId="257"/>
            <ac:picMk id="1026" creationId="{466F50F7-913E-E67D-09BF-3713A97EE9C3}"/>
          </ac:picMkLst>
        </pc:picChg>
        <pc:picChg chg="del">
          <ac:chgData name="Robbin Bouwmeester" userId="1dbfebabfc25a55a" providerId="LiveId" clId="{75D63595-F797-482E-A4A0-2F4889B74D4F}" dt="2026-02-26T15:22:36.236" v="21" actId="478"/>
          <ac:picMkLst>
            <pc:docMk/>
            <pc:sldMk cId="4071848948" sldId="257"/>
            <ac:picMk id="1028" creationId="{A72BE986-0CB7-19BC-8F2C-A96A4AC020C3}"/>
          </ac:picMkLst>
        </pc:picChg>
        <pc:picChg chg="del">
          <ac:chgData name="Robbin Bouwmeester" userId="1dbfebabfc25a55a" providerId="LiveId" clId="{75D63595-F797-482E-A4A0-2F4889B74D4F}" dt="2026-02-26T15:22:38.312" v="23" actId="478"/>
          <ac:picMkLst>
            <pc:docMk/>
            <pc:sldMk cId="4071848948" sldId="257"/>
            <ac:picMk id="1030" creationId="{ED51A179-2E1F-A646-2D29-E4A17F721819}"/>
          </ac:picMkLst>
        </pc:picChg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3933282328" sldId="258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2553046411" sldId="261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3125656099" sldId="262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2039997518" sldId="263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1423335593" sldId="264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3549390794" sldId="265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4121994623" sldId="266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3449462475" sldId="270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1548010638" sldId="272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1442676706" sldId="273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416481786" sldId="275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559918975" sldId="276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4146636672" sldId="277"/>
        </pc:sldMkLst>
      </pc:sldChg>
      <pc:sldChg chg="del">
        <pc:chgData name="Robbin Bouwmeester" userId="1dbfebabfc25a55a" providerId="LiveId" clId="{75D63595-F797-482E-A4A0-2F4889B74D4F}" dt="2026-02-26T16:48:39.748" v="288" actId="47"/>
        <pc:sldMkLst>
          <pc:docMk/>
          <pc:sldMk cId="4034051223" sldId="278"/>
        </pc:sldMkLst>
      </pc:sldChg>
      <pc:sldChg chg="addSp delSp modSp add mod">
        <pc:chgData name="Robbin Bouwmeester" userId="1dbfebabfc25a55a" providerId="LiveId" clId="{75D63595-F797-482E-A4A0-2F4889B74D4F}" dt="2026-02-26T15:25:11.641" v="143" actId="1076"/>
        <pc:sldMkLst>
          <pc:docMk/>
          <pc:sldMk cId="2569298696" sldId="279"/>
        </pc:sldMkLst>
        <pc:spChg chg="del">
          <ac:chgData name="Robbin Bouwmeester" userId="1dbfebabfc25a55a" providerId="LiveId" clId="{75D63595-F797-482E-A4A0-2F4889B74D4F}" dt="2026-02-26T15:24:47.475" v="138" actId="478"/>
          <ac:spMkLst>
            <pc:docMk/>
            <pc:sldMk cId="2569298696" sldId="279"/>
            <ac:spMk id="6" creationId="{012D4495-B7E3-3395-6AB5-C63684DE0062}"/>
          </ac:spMkLst>
        </pc:spChg>
        <pc:picChg chg="add mod">
          <ac:chgData name="Robbin Bouwmeester" userId="1dbfebabfc25a55a" providerId="LiveId" clId="{75D63595-F797-482E-A4A0-2F4889B74D4F}" dt="2026-02-26T15:25:07.534" v="142" actId="1076"/>
          <ac:picMkLst>
            <pc:docMk/>
            <pc:sldMk cId="2569298696" sldId="279"/>
            <ac:picMk id="3" creationId="{7B3116AA-F2CB-CFF8-7DA1-8110A7DD9500}"/>
          </ac:picMkLst>
        </pc:picChg>
        <pc:picChg chg="mod">
          <ac:chgData name="Robbin Bouwmeester" userId="1dbfebabfc25a55a" providerId="LiveId" clId="{75D63595-F797-482E-A4A0-2F4889B74D4F}" dt="2026-02-26T15:25:11.641" v="143" actId="1076"/>
          <ac:picMkLst>
            <pc:docMk/>
            <pc:sldMk cId="2569298696" sldId="279"/>
            <ac:picMk id="4" creationId="{739BDDF5-0443-2277-E71E-E8B5EE18CDF1}"/>
          </ac:picMkLst>
        </pc:picChg>
      </pc:sldChg>
      <pc:sldChg chg="addSp delSp add mod">
        <pc:chgData name="Robbin Bouwmeester" userId="1dbfebabfc25a55a" providerId="LiveId" clId="{75D63595-F797-482E-A4A0-2F4889B74D4F}" dt="2026-02-26T15:25:40.244" v="146" actId="22"/>
        <pc:sldMkLst>
          <pc:docMk/>
          <pc:sldMk cId="3625746875" sldId="280"/>
        </pc:sldMkLst>
        <pc:picChg chg="del">
          <ac:chgData name="Robbin Bouwmeester" userId="1dbfebabfc25a55a" providerId="LiveId" clId="{75D63595-F797-482E-A4A0-2F4889B74D4F}" dt="2026-02-26T15:25:39.830" v="145" actId="478"/>
          <ac:picMkLst>
            <pc:docMk/>
            <pc:sldMk cId="3625746875" sldId="280"/>
            <ac:picMk id="3" creationId="{F2D453F1-63B4-C915-89CA-0A90182E7FEC}"/>
          </ac:picMkLst>
        </pc:picChg>
        <pc:picChg chg="del">
          <ac:chgData name="Robbin Bouwmeester" userId="1dbfebabfc25a55a" providerId="LiveId" clId="{75D63595-F797-482E-A4A0-2F4889B74D4F}" dt="2026-02-26T15:25:39.830" v="145" actId="478"/>
          <ac:picMkLst>
            <pc:docMk/>
            <pc:sldMk cId="3625746875" sldId="280"/>
            <ac:picMk id="4" creationId="{4EB03490-C215-6379-92DF-4F4333E95E2E}"/>
          </ac:picMkLst>
        </pc:picChg>
        <pc:picChg chg="add">
          <ac:chgData name="Robbin Bouwmeester" userId="1dbfebabfc25a55a" providerId="LiveId" clId="{75D63595-F797-482E-A4A0-2F4889B74D4F}" dt="2026-02-26T15:25:40.244" v="146" actId="22"/>
          <ac:picMkLst>
            <pc:docMk/>
            <pc:sldMk cId="3625746875" sldId="280"/>
            <ac:picMk id="6" creationId="{23C381E2-ACA5-24DA-3D01-A3B9A72F713D}"/>
          </ac:picMkLst>
        </pc:picChg>
      </pc:sldChg>
      <pc:sldChg chg="addSp delSp modSp add mod">
        <pc:chgData name="Robbin Bouwmeester" userId="1dbfebabfc25a55a" providerId="LiveId" clId="{75D63595-F797-482E-A4A0-2F4889B74D4F}" dt="2026-02-26T15:30:41.513" v="188" actId="1076"/>
        <pc:sldMkLst>
          <pc:docMk/>
          <pc:sldMk cId="547982944" sldId="281"/>
        </pc:sldMkLst>
        <pc:picChg chg="add del mod">
          <ac:chgData name="Robbin Bouwmeester" userId="1dbfebabfc25a55a" providerId="LiveId" clId="{75D63595-F797-482E-A4A0-2F4889B74D4F}" dt="2026-02-26T15:30:30.998" v="185" actId="478"/>
          <ac:picMkLst>
            <pc:docMk/>
            <pc:sldMk cId="547982944" sldId="281"/>
            <ac:picMk id="3" creationId="{D83E30E9-1359-F630-4EEF-F4B97D63140C}"/>
          </ac:picMkLst>
        </pc:picChg>
        <pc:picChg chg="del">
          <ac:chgData name="Robbin Bouwmeester" userId="1dbfebabfc25a55a" providerId="LiveId" clId="{75D63595-F797-482E-A4A0-2F4889B74D4F}" dt="2026-02-26T15:25:53.124" v="148" actId="478"/>
          <ac:picMkLst>
            <pc:docMk/>
            <pc:sldMk cId="547982944" sldId="281"/>
            <ac:picMk id="6" creationId="{7E42574D-A59F-DAC8-52AC-06A481EF4B29}"/>
          </ac:picMkLst>
        </pc:picChg>
        <pc:picChg chg="add mod">
          <ac:chgData name="Robbin Bouwmeester" userId="1dbfebabfc25a55a" providerId="LiveId" clId="{75D63595-F797-482E-A4A0-2F4889B74D4F}" dt="2026-02-26T15:30:41.513" v="188" actId="1076"/>
          <ac:picMkLst>
            <pc:docMk/>
            <pc:sldMk cId="547982944" sldId="281"/>
            <ac:picMk id="7" creationId="{2AE38E4E-9088-F9B2-5A9F-9C4584E141BB}"/>
          </ac:picMkLst>
        </pc:picChg>
      </pc:sldChg>
      <pc:sldChg chg="addSp modSp add mod">
        <pc:chgData name="Robbin Bouwmeester" userId="1dbfebabfc25a55a" providerId="LiveId" clId="{75D63595-F797-482E-A4A0-2F4889B74D4F}" dt="2026-02-26T15:29:47.600" v="183" actId="404"/>
        <pc:sldMkLst>
          <pc:docMk/>
          <pc:sldMk cId="419901032" sldId="282"/>
        </pc:sldMkLst>
        <pc:spChg chg="add mod">
          <ac:chgData name="Robbin Bouwmeester" userId="1dbfebabfc25a55a" providerId="LiveId" clId="{75D63595-F797-482E-A4A0-2F4889B74D4F}" dt="2026-02-26T15:29:47.600" v="183" actId="404"/>
          <ac:spMkLst>
            <pc:docMk/>
            <pc:sldMk cId="419901032" sldId="282"/>
            <ac:spMk id="2" creationId="{FFA94BE5-D60F-6ECA-FD2B-A4C89BF52845}"/>
          </ac:spMkLst>
        </pc:spChg>
        <pc:picChg chg="mod">
          <ac:chgData name="Robbin Bouwmeester" userId="1dbfebabfc25a55a" providerId="LiveId" clId="{75D63595-F797-482E-A4A0-2F4889B74D4F}" dt="2026-02-26T15:27:36.724" v="154" actId="1076"/>
          <ac:picMkLst>
            <pc:docMk/>
            <pc:sldMk cId="419901032" sldId="282"/>
            <ac:picMk id="3" creationId="{3DD4781D-2CA4-A6A0-0335-8565F72DB624}"/>
          </ac:picMkLst>
        </pc:picChg>
      </pc:sldChg>
      <pc:sldChg chg="add">
        <pc:chgData name="Robbin Bouwmeester" userId="1dbfebabfc25a55a" providerId="LiveId" clId="{75D63595-F797-482E-A4A0-2F4889B74D4F}" dt="2026-02-26T15:30:05.459" v="184" actId="2890"/>
        <pc:sldMkLst>
          <pc:docMk/>
          <pc:sldMk cId="3396906644" sldId="283"/>
        </pc:sldMkLst>
      </pc:sldChg>
      <pc:sldChg chg="addSp delSp modSp add mod">
        <pc:chgData name="Robbin Bouwmeester" userId="1dbfebabfc25a55a" providerId="LiveId" clId="{75D63595-F797-482E-A4A0-2F4889B74D4F}" dt="2026-02-26T15:48:54.795" v="223" actId="1076"/>
        <pc:sldMkLst>
          <pc:docMk/>
          <pc:sldMk cId="1550149412" sldId="284"/>
        </pc:sldMkLst>
        <pc:spChg chg="mod">
          <ac:chgData name="Robbin Bouwmeester" userId="1dbfebabfc25a55a" providerId="LiveId" clId="{75D63595-F797-482E-A4A0-2F4889B74D4F}" dt="2026-02-26T15:48:35.050" v="221" actId="403"/>
          <ac:spMkLst>
            <pc:docMk/>
            <pc:sldMk cId="1550149412" sldId="284"/>
            <ac:spMk id="2" creationId="{1D21E4F0-04C7-D637-AD25-332EE01F73E9}"/>
          </ac:spMkLst>
        </pc:spChg>
        <pc:spChg chg="mod">
          <ac:chgData name="Robbin Bouwmeester" userId="1dbfebabfc25a55a" providerId="LiveId" clId="{75D63595-F797-482E-A4A0-2F4889B74D4F}" dt="2026-02-26T15:47:50.971" v="204" actId="20577"/>
          <ac:spMkLst>
            <pc:docMk/>
            <pc:sldMk cId="1550149412" sldId="284"/>
            <ac:spMk id="5" creationId="{EEC2C771-AC5F-2B2A-3394-46805BB7E4FC}"/>
          </ac:spMkLst>
        </pc:spChg>
        <pc:picChg chg="del">
          <ac:chgData name="Robbin Bouwmeester" userId="1dbfebabfc25a55a" providerId="LiveId" clId="{75D63595-F797-482E-A4A0-2F4889B74D4F}" dt="2026-02-26T15:48:31.828" v="218" actId="478"/>
          <ac:picMkLst>
            <pc:docMk/>
            <pc:sldMk cId="1550149412" sldId="284"/>
            <ac:picMk id="3" creationId="{0714BFFC-6E86-17BC-FE44-D0702E3599FB}"/>
          </ac:picMkLst>
        </pc:picChg>
        <pc:picChg chg="add mod">
          <ac:chgData name="Robbin Bouwmeester" userId="1dbfebabfc25a55a" providerId="LiveId" clId="{75D63595-F797-482E-A4A0-2F4889B74D4F}" dt="2026-02-26T15:48:54.795" v="223" actId="1076"/>
          <ac:picMkLst>
            <pc:docMk/>
            <pc:sldMk cId="1550149412" sldId="284"/>
            <ac:picMk id="6" creationId="{8DE1C916-9B20-F92A-8EE4-8F2391FA3C80}"/>
          </ac:picMkLst>
        </pc:picChg>
      </pc:sldChg>
      <pc:sldChg chg="addSp delSp modSp add mod">
        <pc:chgData name="Robbin Bouwmeester" userId="1dbfebabfc25a55a" providerId="LiveId" clId="{75D63595-F797-482E-A4A0-2F4889B74D4F}" dt="2026-02-26T15:50:20.649" v="260" actId="1076"/>
        <pc:sldMkLst>
          <pc:docMk/>
          <pc:sldMk cId="1061001822" sldId="285"/>
        </pc:sldMkLst>
        <pc:spChg chg="mod">
          <ac:chgData name="Robbin Bouwmeester" userId="1dbfebabfc25a55a" providerId="LiveId" clId="{75D63595-F797-482E-A4A0-2F4889B74D4F}" dt="2026-02-26T15:50:00.892" v="256" actId="1035"/>
          <ac:spMkLst>
            <pc:docMk/>
            <pc:sldMk cId="1061001822" sldId="285"/>
            <ac:spMk id="2" creationId="{473FA0BF-C1C2-5294-00E6-4B401AF1F6D3}"/>
          </ac:spMkLst>
        </pc:spChg>
        <pc:picChg chg="add mod">
          <ac:chgData name="Robbin Bouwmeester" userId="1dbfebabfc25a55a" providerId="LiveId" clId="{75D63595-F797-482E-A4A0-2F4889B74D4F}" dt="2026-02-26T15:50:20.649" v="260" actId="1076"/>
          <ac:picMkLst>
            <pc:docMk/>
            <pc:sldMk cId="1061001822" sldId="285"/>
            <ac:picMk id="4" creationId="{B09A2B2E-3D76-79C7-2FAD-6F645245B39A}"/>
          </ac:picMkLst>
        </pc:picChg>
        <pc:picChg chg="del">
          <ac:chgData name="Robbin Bouwmeester" userId="1dbfebabfc25a55a" providerId="LiveId" clId="{75D63595-F797-482E-A4A0-2F4889B74D4F}" dt="2026-02-26T15:49:54.255" v="239" actId="478"/>
          <ac:picMkLst>
            <pc:docMk/>
            <pc:sldMk cId="1061001822" sldId="285"/>
            <ac:picMk id="6" creationId="{2C7DE4D9-1819-E6A7-D60E-77EFC1175F89}"/>
          </ac:picMkLst>
        </pc:picChg>
      </pc:sldChg>
      <pc:sldChg chg="add">
        <pc:chgData name="Robbin Bouwmeester" userId="1dbfebabfc25a55a" providerId="LiveId" clId="{75D63595-F797-482E-A4A0-2F4889B74D4F}" dt="2026-02-26T15:50:46.287" v="261" actId="2890"/>
        <pc:sldMkLst>
          <pc:docMk/>
          <pc:sldMk cId="2525993978" sldId="286"/>
        </pc:sldMkLst>
      </pc:sldChg>
      <pc:sldChg chg="addSp delSp modSp add mod">
        <pc:chgData name="Robbin Bouwmeester" userId="1dbfebabfc25a55a" providerId="LiveId" clId="{75D63595-F797-482E-A4A0-2F4889B74D4F}" dt="2026-02-26T15:51:32.222" v="267" actId="1076"/>
        <pc:sldMkLst>
          <pc:docMk/>
          <pc:sldMk cId="339584777" sldId="287"/>
        </pc:sldMkLst>
        <pc:spChg chg="del">
          <ac:chgData name="Robbin Bouwmeester" userId="1dbfebabfc25a55a" providerId="LiveId" clId="{75D63595-F797-482E-A4A0-2F4889B74D4F}" dt="2026-02-26T15:51:28.697" v="264" actId="478"/>
          <ac:spMkLst>
            <pc:docMk/>
            <pc:sldMk cId="339584777" sldId="287"/>
            <ac:spMk id="2" creationId="{3B02E88F-2D2F-26A2-DD3F-4913C8787728}"/>
          </ac:spMkLst>
        </pc:spChg>
        <pc:picChg chg="del">
          <ac:chgData name="Robbin Bouwmeester" userId="1dbfebabfc25a55a" providerId="LiveId" clId="{75D63595-F797-482E-A4A0-2F4889B74D4F}" dt="2026-02-26T15:51:26.308" v="263" actId="478"/>
          <ac:picMkLst>
            <pc:docMk/>
            <pc:sldMk cId="339584777" sldId="287"/>
            <ac:picMk id="4" creationId="{8E4A93DE-3BF7-DFD2-44C8-889EFF6EF851}"/>
          </ac:picMkLst>
        </pc:picChg>
        <pc:picChg chg="add mod">
          <ac:chgData name="Robbin Bouwmeester" userId="1dbfebabfc25a55a" providerId="LiveId" clId="{75D63595-F797-482E-A4A0-2F4889B74D4F}" dt="2026-02-26T15:51:32.222" v="267" actId="1076"/>
          <ac:picMkLst>
            <pc:docMk/>
            <pc:sldMk cId="339584777" sldId="287"/>
            <ac:picMk id="6" creationId="{FE6081A2-62FA-AAD3-0ECB-913A649E6D4E}"/>
          </ac:picMkLst>
        </pc:picChg>
      </pc:sldChg>
      <pc:sldChg chg="addSp delSp modSp add mod">
        <pc:chgData name="Robbin Bouwmeester" userId="1dbfebabfc25a55a" providerId="LiveId" clId="{75D63595-F797-482E-A4A0-2F4889B74D4F}" dt="2026-02-26T15:51:54.763" v="272" actId="1076"/>
        <pc:sldMkLst>
          <pc:docMk/>
          <pc:sldMk cId="1022059880" sldId="288"/>
        </pc:sldMkLst>
        <pc:picChg chg="add mod">
          <ac:chgData name="Robbin Bouwmeester" userId="1dbfebabfc25a55a" providerId="LiveId" clId="{75D63595-F797-482E-A4A0-2F4889B74D4F}" dt="2026-02-26T15:51:54.763" v="272" actId="1076"/>
          <ac:picMkLst>
            <pc:docMk/>
            <pc:sldMk cId="1022059880" sldId="288"/>
            <ac:picMk id="3" creationId="{84A62EC3-598D-A9EF-68A8-7DC0A860D38A}"/>
          </ac:picMkLst>
        </pc:picChg>
        <pc:picChg chg="del">
          <ac:chgData name="Robbin Bouwmeester" userId="1dbfebabfc25a55a" providerId="LiveId" clId="{75D63595-F797-482E-A4A0-2F4889B74D4F}" dt="2026-02-26T15:51:39.041" v="269" actId="478"/>
          <ac:picMkLst>
            <pc:docMk/>
            <pc:sldMk cId="1022059880" sldId="288"/>
            <ac:picMk id="6" creationId="{1F22B46B-5B42-5B54-1AE5-1A9D7C2895B2}"/>
          </ac:picMkLst>
        </pc:picChg>
      </pc:sldChg>
      <pc:sldChg chg="addSp delSp modSp add mod">
        <pc:chgData name="Robbin Bouwmeester" userId="1dbfebabfc25a55a" providerId="LiveId" clId="{75D63595-F797-482E-A4A0-2F4889B74D4F}" dt="2026-02-26T15:53:27.771" v="287" actId="1076"/>
        <pc:sldMkLst>
          <pc:docMk/>
          <pc:sldMk cId="52429345" sldId="289"/>
        </pc:sldMkLst>
        <pc:spChg chg="mod">
          <ac:chgData name="Robbin Bouwmeester" userId="1dbfebabfc25a55a" providerId="LiveId" clId="{75D63595-F797-482E-A4A0-2F4889B74D4F}" dt="2026-02-26T15:52:56.926" v="284" actId="403"/>
          <ac:spMkLst>
            <pc:docMk/>
            <pc:sldMk cId="52429345" sldId="289"/>
            <ac:spMk id="5" creationId="{EF0164F7-3557-B8DE-14EE-B4A9C358C687}"/>
          </ac:spMkLst>
        </pc:spChg>
        <pc:picChg chg="del">
          <ac:chgData name="Robbin Bouwmeester" userId="1dbfebabfc25a55a" providerId="LiveId" clId="{75D63595-F797-482E-A4A0-2F4889B74D4F}" dt="2026-02-26T15:53:22.273" v="285" actId="478"/>
          <ac:picMkLst>
            <pc:docMk/>
            <pc:sldMk cId="52429345" sldId="289"/>
            <ac:picMk id="3" creationId="{40BA12BD-C76A-F905-0005-AF485C508CFF}"/>
          </ac:picMkLst>
        </pc:picChg>
        <pc:picChg chg="add mod">
          <ac:chgData name="Robbin Bouwmeester" userId="1dbfebabfc25a55a" providerId="LiveId" clId="{75D63595-F797-482E-A4A0-2F4889B74D4F}" dt="2026-02-26T15:53:27.771" v="287" actId="1076"/>
          <ac:picMkLst>
            <pc:docMk/>
            <pc:sldMk cId="52429345" sldId="289"/>
            <ac:picMk id="4" creationId="{BB0EAEF0-0C7E-6BEC-01A8-5503E9E7AE48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10CED3-9D38-496E-A0C9-F8629E5A2A41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4B183A-D8FB-4852-87C6-ADEF4AD7BD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17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A7747-0984-4E12-9222-F6AC1BF9321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C4827-840E-4EC5-B0B2-4EAAD0272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976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50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7B052-5F35-10AC-DC50-A3A276E92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1A9AF-B0E1-E212-2FB7-8A0F86504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56FFC-4650-A2B3-60E0-6FAFD053D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B855DC-B36D-9490-0660-539D95EF2C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40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2CBAC-E583-0030-529E-C7FB2424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DCBFCB-7E9B-DC9E-F6B9-E960DCDED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1A4BB2-2755-65DC-9BF8-F52204ED6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DB8CC-B310-867C-C3B4-50E00A91D0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16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3897A-8516-74C1-2AA1-DF20835E9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7FC86-0880-2C03-3875-580FECBA7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1EB8E-D3AF-BF05-B717-5ED0CD9CC4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BE8FA-381E-C73E-F8A3-B5DA843D92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457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6151E-8898-AD5C-FCC4-93200E11C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21AE08-DBE9-62A3-F3F7-4FCD0F805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EA218-08B7-A27E-BFE7-23546B146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C2E3C-89FB-0E60-FBD4-993FC30FF3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90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C1739-A906-4E18-6B95-63232F8DD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399813-6978-F710-268F-179287079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9E3195-84D9-E46C-35F1-3E6D72BB6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C64A-F8AA-E29C-B838-18DFA600D6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0FEB6-70B9-385B-1810-9113AEAC1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E4823-865D-9327-A884-3A61FA72F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9AB380-5975-D8BD-2E8C-58F399077E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A6D03-D3DF-03A6-C563-84EDC67AF8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540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544F5-4C68-9ED5-C84C-4C809BA21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01795-2FFD-9E98-5D94-201186B10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4BE65-2567-B571-5CA3-320313173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E9528-7DBE-E81E-F2FE-5565736D2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5963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3E5BB-77A0-45EC-013B-5A0CD6C1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11696-B0B8-31E9-C237-5CCAB4443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3267E-123A-D0DB-CF36-7F9AAC274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497D0-7997-04C4-41FE-B75509D004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85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1128C-4C92-F51B-1354-1FAAD1E9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B8733-8954-768B-4674-98FF7891F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071C8-0FEF-9AC4-E8D5-2EDED8AED9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8DB6B-691A-2366-C315-B06D2DD8ED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47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656C9-0B28-F3B1-15DF-4E26D8CFD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9D057-0FA5-8A9A-17C8-4E1E6048C5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1EFBA-569B-B361-703E-D6A69EE6C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D4F1C-5B47-43A3-3BD6-A8A130A3FD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50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E76EA-6D68-CD66-49F6-849F4396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96133-C5A7-6EC7-CD19-A0959680A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B958F-DDF0-98B6-4216-CBF242906C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11357-07EB-9982-F9EC-02BC462346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C4827-840E-4EC5-B0B2-4EAAD02724F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78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333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282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5320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2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36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2868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3264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436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00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068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A1531-9024-480F-9D7B-19915C1DCDF5}" type="datetimeFigureOut">
              <a:rPr lang="en-GB" smtClean="0"/>
              <a:t>26/02/2026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E3D5F-41D3-471E-8E90-CFF2704ECC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0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2CB1A6-46E1-FE3F-5EB3-4EDF592FBD9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 clustering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0ADC5-B8FB-C809-6897-FE4830CED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008846"/>
            <a:ext cx="5476875" cy="5476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86CA11-0873-573C-C7D7-DAA5EE9E76E4}"/>
              </a:ext>
            </a:extLst>
          </p:cNvPr>
          <p:cNvSpPr txBox="1"/>
          <p:nvPr/>
        </p:nvSpPr>
        <p:spPr>
          <a:xfrm>
            <a:off x="612776" y="1762125"/>
            <a:ext cx="446404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Types of learning</a:t>
            </a:r>
          </a:p>
          <a:p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Supervised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Unsupervised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(Hidden)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Data groups</a:t>
            </a:r>
            <a:endParaRPr lang="en-NL" sz="2800" dirty="0"/>
          </a:p>
        </p:txBody>
      </p:sp>
    </p:spTree>
    <p:extLst>
      <p:ext uri="{BB962C8B-B14F-4D97-AF65-F5344CB8AC3E}">
        <p14:creationId xmlns:p14="http://schemas.microsoft.com/office/powerpoint/2010/main" val="4071848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18590-7235-224D-3284-2C8961B9D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53DBB9-F200-EA04-462C-3AB631CA35FF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 clustering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9BDDF5-0443-2277-E71E-E8B5EE18C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1013577"/>
            <a:ext cx="5476875" cy="54768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B3116AA-F2CB-CFF8-7DA1-8110A7DD9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01" y="1390650"/>
            <a:ext cx="4464041" cy="472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298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FF955-E938-BEAB-FB6A-BF90B1054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B28ED99-FA1D-B302-FA5E-B6B7DEA8BF5E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 clustering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C381E2-ACA5-24DA-3D01-A3B9A72F7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33350"/>
            <a:ext cx="12192000" cy="5391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74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7862-8B92-6566-C3AF-0A84A40A7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2327E9-DFB6-496C-FD50-92B44499C2C2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 clustering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E38E4E-9088-F9B2-5A9F-9C4584E14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177" y="885087"/>
            <a:ext cx="6791646" cy="574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82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180A0-8255-84C8-3084-3F78FFB4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36AE8D-FF87-91AD-B659-E09D175B55F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 clustering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D4781D-2CA4-A6A0-0335-8565F72DB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984" y="1213569"/>
            <a:ext cx="6184616" cy="52913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A94BE5-D60F-6ECA-FD2B-A4C89BF52845}"/>
              </a:ext>
            </a:extLst>
          </p:cNvPr>
          <p:cNvSpPr txBox="1"/>
          <p:nvPr/>
        </p:nvSpPr>
        <p:spPr>
          <a:xfrm>
            <a:off x="329400" y="1299949"/>
            <a:ext cx="54713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first centroid is chosen uniformly at random from the data points that are being clustered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subsequent centroid is chosen from the remaining data points with probability proportional to its squared distance from the point's closest existing centroid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better spread of the initial centroids </a:t>
            </a:r>
            <a:br>
              <a:rPr lang="en-US" sz="2400" dirty="0"/>
            </a:b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419901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856AA-553D-134A-BE02-68D30870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8176C3-69E0-EDC0-BA0E-9B4796D2B3F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 clustering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057CF09-BDAF-E632-67AC-4628067A8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984" y="1213569"/>
            <a:ext cx="6184616" cy="52913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5D4794-1071-810F-6425-45FE3370F817}"/>
              </a:ext>
            </a:extLst>
          </p:cNvPr>
          <p:cNvSpPr txBox="1"/>
          <p:nvPr/>
        </p:nvSpPr>
        <p:spPr>
          <a:xfrm>
            <a:off x="329400" y="1299949"/>
            <a:ext cx="54713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first centroid is chosen uniformly at random from the data points that are being clustered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each subsequent centroid is chosen from the remaining data points with probability proportional to its squared distance from the point's closest existing centroid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better spread of the initial centroids </a:t>
            </a:r>
            <a:br>
              <a:rPr lang="en-US" sz="2400" dirty="0"/>
            </a:b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339690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0AD58-DFC6-CACF-E11B-AD1F16A4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C2C771-AC5F-2B2A-3394-46805BB7E4FC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k-means++ clustering: finding k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21E4F0-04C7-D637-AD25-332EE01F73E9}"/>
              </a:ext>
            </a:extLst>
          </p:cNvPr>
          <p:cNvSpPr txBox="1"/>
          <p:nvPr/>
        </p:nvSpPr>
        <p:spPr>
          <a:xfrm>
            <a:off x="329400" y="1299949"/>
            <a:ext cx="1130062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Cohesion</a:t>
            </a:r>
            <a:r>
              <a:rPr lang="en-US" sz="2800" dirty="0"/>
              <a:t>: measures how closely related are objects in a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Separation</a:t>
            </a:r>
            <a:r>
              <a:rPr lang="en-US" sz="2800" dirty="0"/>
              <a:t>: measure how well-separated a cluster is from other clusters</a:t>
            </a:r>
            <a:r>
              <a:rPr lang="en-US" sz="3600" dirty="0"/>
              <a:t> </a:t>
            </a:r>
            <a:br>
              <a:rPr lang="en-US" sz="3600" dirty="0"/>
            </a:br>
            <a:endParaRPr lang="en-NL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E1C916-9B20-F92A-8EE4-8F2391FA3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451" y="2548736"/>
            <a:ext cx="7864522" cy="3551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149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45330-26C2-169A-4F7D-606B7937E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5F89CD9-CA9A-D19A-0669-70812DC38DF2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k-means++ clustering: finding k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3FA0BF-C1C2-5294-00E6-4B401AF1F6D3}"/>
              </a:ext>
            </a:extLst>
          </p:cNvPr>
          <p:cNvSpPr txBox="1"/>
          <p:nvPr/>
        </p:nvSpPr>
        <p:spPr>
          <a:xfrm>
            <a:off x="329400" y="804649"/>
            <a:ext cx="1130062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Cohesion a(x)</a:t>
            </a:r>
            <a:r>
              <a:rPr lang="en-US" sz="2400" dirty="0"/>
              <a:t>: the mean distance between the data point and all other points in the same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Separation b(x)</a:t>
            </a:r>
            <a:r>
              <a:rPr lang="en-US" sz="2400" dirty="0"/>
              <a:t>: the mean distance between the data point and all other points in the next nearest cluster</a:t>
            </a:r>
            <a:r>
              <a:rPr lang="en-US" sz="3600" dirty="0"/>
              <a:t> </a:t>
            </a:r>
            <a:br>
              <a:rPr lang="en-US" sz="3600" dirty="0"/>
            </a:br>
            <a:endParaRPr lang="en-NL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9A2B2E-3D76-79C7-2FAD-6F645245B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612" y="2593430"/>
            <a:ext cx="7770775" cy="395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01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94CB-0C3E-AAB1-9011-11749252E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648183-A67F-35F1-6FEE-50FF0F16C757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k-means++ clustering: finding k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F8E4-521D-6D95-15BB-B823F466B2C0}"/>
              </a:ext>
            </a:extLst>
          </p:cNvPr>
          <p:cNvSpPr txBox="1"/>
          <p:nvPr/>
        </p:nvSpPr>
        <p:spPr>
          <a:xfrm>
            <a:off x="329400" y="804649"/>
            <a:ext cx="11300625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Cohesion a(x)</a:t>
            </a:r>
            <a:r>
              <a:rPr lang="en-US" sz="2400" dirty="0"/>
              <a:t>: the mean distance between the data point and all other points in the same cluster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Separation b(x)</a:t>
            </a:r>
            <a:r>
              <a:rPr lang="en-US" sz="2400" dirty="0"/>
              <a:t>: the mean distance between the data point and all other points in the next nearest cluster</a:t>
            </a:r>
            <a:r>
              <a:rPr lang="en-US" sz="3600" dirty="0"/>
              <a:t> </a:t>
            </a:r>
            <a:br>
              <a:rPr lang="en-US" sz="3600" dirty="0"/>
            </a:br>
            <a:endParaRPr lang="en-NL"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DC10B3-4BCE-F57A-4BC4-241663FED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0612" y="2593430"/>
            <a:ext cx="7770775" cy="395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993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8DB68-550C-781D-5C8D-DE834B9F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6D4BE2-B861-CAFD-0EE4-1D01F97B0556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k-means++ clustering: finding k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6081A2-62FA-AAD3-0ECB-913A649E6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239" y="1020841"/>
            <a:ext cx="8123624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4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BDA29-CC2F-2FE7-13F2-9A0BB565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C75F9D-EE3D-07F8-AEF2-D761474CCF49}"/>
              </a:ext>
            </a:extLst>
          </p:cNvPr>
          <p:cNvSpPr txBox="1"/>
          <p:nvPr/>
        </p:nvSpPr>
        <p:spPr>
          <a:xfrm>
            <a:off x="241301" y="129804"/>
            <a:ext cx="117475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+mj-lt"/>
                <a:ea typeface="Lato" panose="020B0604020202020204" pitchFamily="34" charset="0"/>
                <a:cs typeface="Helvetica" panose="020B0604020202020204" pitchFamily="34" charset="0"/>
              </a:rPr>
              <a:t>k-means++ clustering: finding k</a:t>
            </a:r>
            <a:endParaRPr lang="en-GB" sz="2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A62EC3-598D-A9EF-68A8-7DC0A860D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1179" y="1362076"/>
            <a:ext cx="10029641" cy="439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059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B7EFC-52E4-89FF-A849-381766623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F0164F7-3557-B8DE-14EE-B4A9C358C687}"/>
              </a:ext>
            </a:extLst>
          </p:cNvPr>
          <p:cNvSpPr txBox="1"/>
          <p:nvPr/>
        </p:nvSpPr>
        <p:spPr>
          <a:xfrm>
            <a:off x="241301" y="129804"/>
            <a:ext cx="1174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3600" dirty="0"/>
              <a:t>Image segmentation</a:t>
            </a:r>
            <a:endParaRPr lang="en-GB" sz="4800" dirty="0">
              <a:latin typeface="+mj-lt"/>
              <a:ea typeface="Lato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EAEF0-0C7E-6BEC-01A8-5503E9E7A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81" y="1150384"/>
            <a:ext cx="11743438" cy="543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29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3856</TotalTime>
  <Words>268</Words>
  <Application>Microsoft Office PowerPoint</Application>
  <PresentationFormat>Widescreen</PresentationFormat>
  <Paragraphs>49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Robbin Bouwmeester</cp:lastModifiedBy>
  <cp:revision>38</cp:revision>
  <cp:lastPrinted>2017-05-05T08:02:00Z</cp:lastPrinted>
  <dcterms:created xsi:type="dcterms:W3CDTF">2015-04-25T14:44:52Z</dcterms:created>
  <dcterms:modified xsi:type="dcterms:W3CDTF">2026-02-26T16:48:40Z</dcterms:modified>
</cp:coreProperties>
</file>